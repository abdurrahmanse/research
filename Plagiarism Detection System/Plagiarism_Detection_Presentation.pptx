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Plagiarism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 Comprehensive Machine Learning Analysis</a:t>
            </a:r>
          </a:p>
          <a:p>
            <a:r>
              <a:t>Comparing TF-IDF, BiLSTM, and BERT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Objective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Build a comprehensive plagiarism detection system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Compare three different ML/DL approaches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Analyze performance and trade-offs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Dataset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100 unique academic paper summaries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197 text pairs with plagiarism labels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Balanced: 99 plagiarized, 98 non-plagiarized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Data Split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Training: 70% | Validation: 15% | Testing: 15%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Dataset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Text Statistics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Average length: 152 words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Range: 45 - 251 words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Perfectly balanced classes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Preprocessing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Lowercased all text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Removed URLs and emails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Removed special characters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Normalized whitespace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Quality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No missing values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Stratified splitting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Ready for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Model 1: TF-IDF (Baseline)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What it Does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Converts text to word frequency vectors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Compares similarity using cosine distance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Simple, fast, and interpretable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Performance (Test Set)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Accuracy: 76.67% | Precision: 75.00%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Recall: 77.78% | F1-Score: 76.36%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ROC-AUC: 78.96%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Pros</a:t>
            </a:r>
          </a:p>
          <a:p>
            <a:pPr lvl="1">
              <a:defRPr sz="1300">
                <a:solidFill>
                  <a:srgbClr val="2C3E50"/>
                </a:solidFill>
              </a:defRPr>
            </a:pPr>
            <a:r>
              <a:t>Fast | Low memory | Good baseline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Model 2: BiLSTM (Deep Learning)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What it Does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Creates word embeddings (learns meaning)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Uses bidirectional LSTM layers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Understands context and sequences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Performance (Test Set)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Accuracy: 83.33% | Precision: 84.21%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Recall: 83.33% | F1-Score: 83.76%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ROC-AUC: 89.41%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Pros</a:t>
            </a:r>
          </a:p>
          <a:p>
            <a:pPr lvl="1">
              <a:defRPr sz="1300">
                <a:solidFill>
                  <a:srgbClr val="2C3E50"/>
                </a:solidFill>
              </a:defRPr>
            </a:pPr>
            <a:r>
              <a:t>Better accuracy | Good balance | Context aware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Model 3: BERT (State-of-the-Art)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What it Does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Pre-trained transformer architecture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Bidirectional attention mechanism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Understands deep semantic meaning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Performance (Test Set)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Accuracy: 96.67% | Precision: 94.44%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Recall: 100.00% ⭐ | F1-Score: 97.14%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ROC-AUC: 99.51%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Best For</a:t>
            </a:r>
          </a:p>
          <a:p>
            <a:pPr lvl="1">
              <a:defRPr sz="1300">
                <a:solidFill>
                  <a:srgbClr val="2C3E50"/>
                </a:solidFill>
              </a:defRPr>
            </a:pPr>
            <a:r>
              <a:t>Maximum accuracy | Catches ALL plagiarism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Performance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Accuracy Ranking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🥇 BERT: 96.67%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🥈 BiLSTM: 83.33%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🥉 TF-IDF: 76.67%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Recall Ranking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🥇 BERT: 100% (Catches ALL plagiarism)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🥈 BiLSTM: 83.33%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🥉 TF-IDF: 77.78%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Speed Ranking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🥇 TF-IDF: ~10ms | 🥈 BiLSTM: ~100ms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🥉 BERT: 1-2 seconds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Findings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Model Effectiveness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BERT significantly outperforms both models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BiLSTM provides excellent balance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TF-IDF works well as baseline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Recall is Critical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BERT's 100% recall = NO plagiarism missed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94.44% precision = Most alerts are real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99.51% ROC-AUC = Excellent discrimination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Trade-offs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Accuracy vs Speed: Choose your priority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Resources vs Performance: Budget matters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Deployment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For Academic Institutions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Recommended: BERT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Reason: 100% recall (catches all plagiarism)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Cost: GPU server or cloud deployment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For Real-time Web Apps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Recommended: BiLSTM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Reason: Fast enough, accurate enough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Cost: Standard CPU server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For Initial Screening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Recommended: TF-IDF Pipeline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Reason: Very fast, minimal resources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Technical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Text Processing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Data cleaning directly impacts performance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Standardization ensures consistent input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Successfully handled 200+ documents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Model Architecture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Embeddings capture semantic meaning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BiLSTM effective for sequences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Transfer learning (BERT) saves time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Evaluation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Multiple metrics needed for full picture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Recall crucial for plagiarism detection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Confusion matrices reveal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Challenge 1: BERT Tokenizer Error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Problem: BertTokenizer not callable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Solution: Switched to AutoTokenizer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Result: Stable, compatible tokenization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Challenge 2: Data Balance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Problem: Potential class imbalance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Solution: Stratified splitting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Result: Balanced across all sets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Challenge 3: Computation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Problem: BERT training slow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Solution: Optimized batch size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Result: Reasonable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Short-term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Cross-validation for robustness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Hyperparameter tuning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Ensemble method (combine all 3)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Data augmentation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Medium-term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Production API deployment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Real-time web application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Multilingual support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Domain-specific fine-tuning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Long-term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LLM integration (GPT-4)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Explainable AI features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Active learning pipeline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Few-shot learning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Project Success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✓ Built 3 working models successfully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✓ BERT achieves 96.67% accuracy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✓ Comprehensive analysis completed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✓ Actionable recommendations provided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Key Takeaways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Trade-offs between accuracy &amp; speed exist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Proper evaluation metrics are critical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BERT excels; BiLSTM offers balance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Context matters in plagiarism detection</a:t>
            </a:r>
          </a:p>
          <a:p>
            <a:pPr>
              <a:spcBef>
                <a:spcPts val="1200"/>
              </a:spcBef>
              <a:defRPr sz="1600" b="1">
                <a:solidFill>
                  <a:srgbClr val="2C3E50"/>
                </a:solidFill>
              </a:defRPr>
            </a:pPr>
            <a:r>
              <a:t>Winner</a:t>
            </a:r>
          </a:p>
          <a:p>
            <a:pPr lvl="1">
              <a:spcBef>
                <a:spcPts val="400"/>
              </a:spcBef>
              <a:defRPr sz="1300">
                <a:solidFill>
                  <a:srgbClr val="2C3E50"/>
                </a:solidFill>
              </a:defRPr>
            </a:pPr>
            <a:r>
              <a:t>🏆 BERT: 96.67% accuracy, 100% recall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498DB"/>
                </a:solidFill>
              </a:defRPr>
            </a:pPr>
            <a:r>
              <a:t>Plagiarism Detection System:</a:t>
            </a:r>
          </a:p>
          <a:p>
            <a:r>
              <a:t>Machine Learning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